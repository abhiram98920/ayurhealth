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71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CB18-3012-1E6A-5EC4-2C75B061D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BB011-DF05-73E3-82BD-B8ED8AB7F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2670D-B3CC-D284-244F-970BD658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458E-9E94-05C9-6337-D7583572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2F91-4396-D9EF-1F4F-EC18290E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7510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184A-8595-C185-9722-DAFBFBF9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4E40-A0CE-5520-B72C-4C4798A7C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A49A8-2A09-BBEE-811F-62DA5D7B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FFBED-BD47-10D4-153F-63256AAA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7FD64-69F8-C2CA-18E0-66A3BC96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554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AB98-765A-296C-4857-2D536FD4D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34DE-1FF7-1D63-A566-423F895F0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BF04C-E86E-DE71-C6F5-DD0C4A52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C3853-6420-1568-CB35-4F96DA3C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AE0F-193B-9F9D-E041-BB1511C0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057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6F5F-B5BB-2DD3-6758-98F735F9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9568-C1FA-EA44-68D3-2B2FF4AE4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6254E-D714-26B2-84B1-885EFE41D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3E113-C57E-F192-2767-2DE96E79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26320-6A84-0EE6-F5E2-BFC681AB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B11FA-18D5-7A34-9732-C1A4D5DA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2639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8121-A025-45FB-4708-727BDD96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897CD-B44B-4412-81F8-D0B754AC7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F019-926A-A5D9-BC48-CD69F0E05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4A4B6-DD8C-B976-1B2E-06B4A80A4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035E7-F9B4-B90E-75CF-2C5C7A5BD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843D0-E4E5-B5BF-C931-242E825A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F442F-B0A4-B708-BC65-65F30231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863E9-5B2F-ECAC-B129-7C78F285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9736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7614-075A-9216-6538-0A863E7F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599DE-76B0-B133-E63A-0347DC96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EB76E-2E5F-073E-959F-7EBAC33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F3682-36C3-FDB0-4339-46EFC17C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1175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2F2B4-5D68-2E32-F422-9EF28023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518FA-41EC-4720-1D8F-4212B217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82AE3-B98E-53F2-7362-96C86886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178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19FF-E717-375B-F20F-DE5889BD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72B6-8585-15F7-6AB8-62C814E1A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194F2-C5EB-5571-CADB-2EC5935F8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1BCBB-71F2-20F1-CA05-8D9B79F1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CCD19-5B78-32BD-5391-E743593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6A5F3-5B97-1C23-3082-36F3540F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069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1AE7-4B39-10DD-8FA8-41C5A893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78135-87E6-1985-EB79-7E716A78E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B63DA-FEEC-4BBB-7440-F73107035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DF196-52C8-F07C-316E-3E590A1E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0872-90E8-31C6-BEA5-D018BFFAE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A0D77-D0E7-B0B0-3C13-FDA17BFD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218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D3A1-8152-D88C-3BE9-72528257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4EA04-9DC1-339A-DA5E-847979470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A10FF-2124-5FBA-0972-4576A196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45161-B3BD-ACE7-20F3-B99E96C4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F1741-53F6-1604-73E4-2C03EAF0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114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AD9DC-C9D6-218B-F654-B5F76B49D1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36BEC-43CE-DA66-54A2-C7FBB379F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9606-087F-5F98-FC89-DF4CA7D1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A0D8-5B84-A707-095C-22E8D4C3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D8B6-28EE-76BA-D738-1CA98249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549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A5D7C-C138-B6DB-AE7B-5B69E057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A3B76-C25A-8DD8-0BA9-88588957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E3090-9EE3-E00E-05FB-715007647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4FBAD-7078-4675-8C7B-95DDAB2C0898}" type="datetimeFigureOut">
              <a:rPr lang="en-AE" smtClean="0"/>
              <a:t>13/03/2026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4E38-2C15-36A1-A62F-A5C5DC27D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BEE4-D57C-325F-66E6-2E012E617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CE3BF-B51A-4A2E-8198-74BACEEFD46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6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875D-E17C-FF18-0DB2-9B28DDF20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AYURHEALTH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A51D4-E787-54C5-187A-F34F9091F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7074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9B432-F16E-0C96-762B-91F911A80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07" y="1679336"/>
            <a:ext cx="4143953" cy="1028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3F6B8D-DE6C-154A-F347-1AC964927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644" y="1679336"/>
            <a:ext cx="4143953" cy="1028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F49998-3668-CDEF-7C6D-9134F4CDC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643" y="3339694"/>
            <a:ext cx="4143953" cy="1028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6C9D1D-9FB8-C973-0B8D-BE05BBE4B21E}"/>
              </a:ext>
            </a:extLst>
          </p:cNvPr>
          <p:cNvSpPr txBox="1"/>
          <p:nvPr/>
        </p:nvSpPr>
        <p:spPr>
          <a:xfrm>
            <a:off x="7034463" y="1339516"/>
            <a:ext cx="72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white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E1344-359F-B0FC-66BF-0DA0A734D22D}"/>
              </a:ext>
            </a:extLst>
          </p:cNvPr>
          <p:cNvSpPr txBox="1"/>
          <p:nvPr/>
        </p:nvSpPr>
        <p:spPr>
          <a:xfrm>
            <a:off x="7034462" y="2970362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black</a:t>
            </a:r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EE2089-4ABF-A668-CB89-225486FD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06" y="3339694"/>
            <a:ext cx="4143953" cy="1028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FE1EC9-1442-CBE6-A449-A10B4D1686D9}"/>
              </a:ext>
            </a:extLst>
          </p:cNvPr>
          <p:cNvSpPr txBox="1"/>
          <p:nvPr/>
        </p:nvSpPr>
        <p:spPr>
          <a:xfrm>
            <a:off x="855706" y="1251285"/>
            <a:ext cx="1430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 logo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7F74F-DDE2-BA8D-2167-0E802310C2F8}"/>
              </a:ext>
            </a:extLst>
          </p:cNvPr>
          <p:cNvSpPr txBox="1"/>
          <p:nvPr/>
        </p:nvSpPr>
        <p:spPr>
          <a:xfrm>
            <a:off x="895652" y="2970362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</a:t>
            </a:r>
            <a:r>
              <a:rPr lang="en-GB" dirty="0" err="1"/>
              <a:t>color</a:t>
            </a:r>
            <a:r>
              <a:rPr lang="en-GB" dirty="0"/>
              <a:t> typo</a:t>
            </a:r>
            <a:endParaRPr lang="en-A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F5FD9-D346-5D2E-A322-098E0414DD81}"/>
              </a:ext>
            </a:extLst>
          </p:cNvPr>
          <p:cNvSpPr txBox="1"/>
          <p:nvPr/>
        </p:nvSpPr>
        <p:spPr>
          <a:xfrm>
            <a:off x="895652" y="619771"/>
            <a:ext cx="428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LOGO – remove ayurvedic medical centre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2637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ign on a building&#10;&#10;AI-generated content may be incorrect.">
            <a:extLst>
              <a:ext uri="{FF2B5EF4-FFF2-40B4-BE49-F238E27FC236}">
                <a16:creationId xmlns:a16="http://schemas.microsoft.com/office/drawing/2014/main" id="{15532E01-CC78-3BF0-9703-C1EEC9A68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6" y="882315"/>
            <a:ext cx="6331284" cy="47484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7E9A45-2748-9F52-22DA-AE439AB9C38F}"/>
              </a:ext>
            </a:extLst>
          </p:cNvPr>
          <p:cNvSpPr txBox="1"/>
          <p:nvPr/>
        </p:nvSpPr>
        <p:spPr>
          <a:xfrm>
            <a:off x="6914147" y="266706"/>
            <a:ext cx="5093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Only English</a:t>
            </a:r>
          </a:p>
          <a:p>
            <a:r>
              <a:rPr lang="en-GB" dirty="0"/>
              <a:t>R</a:t>
            </a:r>
            <a:r>
              <a:rPr lang="en-AE" dirty="0" err="1"/>
              <a:t>emove</a:t>
            </a:r>
            <a:r>
              <a:rPr lang="en-AE" dirty="0"/>
              <a:t> tagline</a:t>
            </a:r>
          </a:p>
          <a:p>
            <a:endParaRPr lang="en-AE" dirty="0"/>
          </a:p>
          <a:p>
            <a:r>
              <a:rPr lang="en-GB" dirty="0"/>
              <a:t>P</a:t>
            </a:r>
            <a:r>
              <a:rPr lang="en-AE" dirty="0"/>
              <a:t>lace ayurvedic medical </a:t>
            </a:r>
            <a:r>
              <a:rPr lang="en-AE" dirty="0" err="1"/>
              <a:t>center</a:t>
            </a:r>
            <a:r>
              <a:rPr lang="en-AE" dirty="0"/>
              <a:t> as part of board as text</a:t>
            </a:r>
          </a:p>
          <a:p>
            <a:endParaRPr lang="en-AE" dirty="0"/>
          </a:p>
          <a:p>
            <a:r>
              <a:rPr lang="en-AE" dirty="0"/>
              <a:t>Also place </a:t>
            </a:r>
            <a:r>
              <a:rPr lang="en-AE" dirty="0" err="1"/>
              <a:t>arabi</a:t>
            </a:r>
            <a:r>
              <a:rPr lang="en-AE" dirty="0"/>
              <a:t> name of the brand as text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9DEF6-A666-B4B6-0461-C781F59540BA}"/>
              </a:ext>
            </a:extLst>
          </p:cNvPr>
          <p:cNvSpPr/>
          <p:nvPr/>
        </p:nvSpPr>
        <p:spPr>
          <a:xfrm>
            <a:off x="6914147" y="2406316"/>
            <a:ext cx="5093369" cy="1022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1CE46-B605-CEE0-D256-2639BEB683D8}"/>
              </a:ext>
            </a:extLst>
          </p:cNvPr>
          <p:cNvSpPr/>
          <p:nvPr/>
        </p:nvSpPr>
        <p:spPr>
          <a:xfrm>
            <a:off x="6914147" y="3120189"/>
            <a:ext cx="2181727" cy="200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AYURVEDIC MEDICAL CENTRE</a:t>
            </a:r>
            <a:endParaRPr lang="en-AE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463C5D-0863-3B2D-979D-31A2B9364A1A}"/>
              </a:ext>
            </a:extLst>
          </p:cNvPr>
          <p:cNvSpPr/>
          <p:nvPr/>
        </p:nvSpPr>
        <p:spPr>
          <a:xfrm>
            <a:off x="9825789" y="3120188"/>
            <a:ext cx="2181727" cy="200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ARABIC TEXT OF THE BRAND NAME</a:t>
            </a:r>
            <a:endParaRPr lang="en-AE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00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5F62-61FE-9EDD-8411-3602CB7E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67BDE-74B3-E145-19DA-CC86F3DAF63B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Flange</a:t>
            </a:r>
          </a:p>
          <a:p>
            <a:endParaRPr lang="en-GB" dirty="0"/>
          </a:p>
        </p:txBody>
      </p:sp>
      <p:pic>
        <p:nvPicPr>
          <p:cNvPr id="1026" name="Picture 2" descr="Square LED Lit Flange( 18 &amp; 24 inch) – Brand Professor">
            <a:extLst>
              <a:ext uri="{FF2B5EF4-FFF2-40B4-BE49-F238E27FC236}">
                <a16:creationId xmlns:a16="http://schemas.microsoft.com/office/drawing/2014/main" id="{C8C5D16C-1E7C-20FF-5551-40B0B31D2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810" y="1263316"/>
            <a:ext cx="6126078" cy="433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295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hirt&#10;&#10;AI-generated content may be incorrect.">
            <a:extLst>
              <a:ext uri="{FF2B5EF4-FFF2-40B4-BE49-F238E27FC236}">
                <a16:creationId xmlns:a16="http://schemas.microsoft.com/office/drawing/2014/main" id="{B7C8DC4D-45D9-6691-B32A-58E40836D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23" y="3015915"/>
            <a:ext cx="4075131" cy="32229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033A9-F9D9-7530-24B9-678A784E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946" y="1575062"/>
            <a:ext cx="4143953" cy="1028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86139A-996E-92F2-EBF1-6D51A206727D}"/>
              </a:ext>
            </a:extLst>
          </p:cNvPr>
          <p:cNvSpPr txBox="1"/>
          <p:nvPr/>
        </p:nvSpPr>
        <p:spPr>
          <a:xfrm>
            <a:off x="7477892" y="120573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</a:t>
            </a:r>
            <a:r>
              <a:rPr lang="en-GB" dirty="0" err="1"/>
              <a:t>color</a:t>
            </a:r>
            <a:r>
              <a:rPr lang="en-GB" dirty="0"/>
              <a:t> typo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4AA9E-EAB2-3013-6DA1-1DBE861B1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27" y="2973238"/>
            <a:ext cx="4186778" cy="322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3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ew business cards on a table&#10;&#10;AI-generated content may be incorrect.">
            <a:extLst>
              <a:ext uri="{FF2B5EF4-FFF2-40B4-BE49-F238E27FC236}">
                <a16:creationId xmlns:a16="http://schemas.microsoft.com/office/drawing/2014/main" id="{E542C257-A7E0-5E82-02BF-6B742E988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8" y="739942"/>
            <a:ext cx="7170821" cy="53781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028DAD-231E-68D0-295C-914E52875493}"/>
              </a:ext>
            </a:extLst>
          </p:cNvPr>
          <p:cNvSpPr txBox="1"/>
          <p:nvPr/>
        </p:nvSpPr>
        <p:spPr>
          <a:xfrm>
            <a:off x="7477892" y="1205730"/>
            <a:ext cx="33673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 change in existing option</a:t>
            </a:r>
          </a:p>
          <a:p>
            <a:endParaRPr lang="en-GB" dirty="0"/>
          </a:p>
          <a:p>
            <a:r>
              <a:rPr lang="en-GB" dirty="0"/>
              <a:t>Remove the tagline</a:t>
            </a:r>
          </a:p>
          <a:p>
            <a:endParaRPr lang="en-GB" dirty="0"/>
          </a:p>
          <a:p>
            <a:r>
              <a:rPr lang="en-GB" dirty="0"/>
              <a:t>Also provide new design options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8737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0EF0A-7A8B-641B-26FB-6734D300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60" y="516193"/>
            <a:ext cx="4201503" cy="5825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908E0A-391B-D753-9D9D-B8605964CB21}"/>
              </a:ext>
            </a:extLst>
          </p:cNvPr>
          <p:cNvSpPr txBox="1"/>
          <p:nvPr/>
        </p:nvSpPr>
        <p:spPr>
          <a:xfrm>
            <a:off x="5785450" y="1374173"/>
            <a:ext cx="5989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Logo to be white &amp; beige combination against green or single </a:t>
            </a:r>
            <a:r>
              <a:rPr lang="en-GB" dirty="0" err="1"/>
              <a:t>color</a:t>
            </a:r>
            <a:r>
              <a:rPr lang="en-GB" dirty="0"/>
              <a:t> (2 options)</a:t>
            </a:r>
          </a:p>
          <a:p>
            <a:endParaRPr lang="en-GB" dirty="0"/>
          </a:p>
          <a:p>
            <a:r>
              <a:rPr lang="en-GB" dirty="0"/>
              <a:t>Remove the tagline</a:t>
            </a:r>
          </a:p>
        </p:txBody>
      </p:sp>
    </p:spTree>
    <p:extLst>
      <p:ext uri="{BB962C8B-B14F-4D97-AF65-F5344CB8AC3E}">
        <p14:creationId xmlns:p14="http://schemas.microsoft.com/office/powerpoint/2010/main" val="369458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5273A-B433-4FD8-5339-2203ED670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43" y="491612"/>
            <a:ext cx="4408818" cy="61963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62AF29-7A09-79C0-394F-6D8095BB0B88}"/>
              </a:ext>
            </a:extLst>
          </p:cNvPr>
          <p:cNvSpPr txBox="1"/>
          <p:nvPr/>
        </p:nvSpPr>
        <p:spPr>
          <a:xfrm>
            <a:off x="5785450" y="1374173"/>
            <a:ext cx="5989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Logo to be white &amp; beige combination against green or single </a:t>
            </a:r>
            <a:r>
              <a:rPr lang="en-GB" dirty="0" err="1"/>
              <a:t>color</a:t>
            </a:r>
            <a:r>
              <a:rPr lang="en-GB" dirty="0"/>
              <a:t> (2 options)</a:t>
            </a:r>
          </a:p>
          <a:p>
            <a:endParaRPr lang="en-GB" dirty="0"/>
          </a:p>
          <a:p>
            <a:r>
              <a:rPr lang="en-GB" dirty="0"/>
              <a:t>Form template look for in google to use content we will validate it</a:t>
            </a:r>
          </a:p>
          <a:p>
            <a:endParaRPr lang="en-GB" dirty="0"/>
          </a:p>
          <a:p>
            <a:r>
              <a:rPr lang="en-GB" dirty="0"/>
              <a:t>Remove the tagline</a:t>
            </a:r>
          </a:p>
        </p:txBody>
      </p:sp>
    </p:spTree>
    <p:extLst>
      <p:ext uri="{BB962C8B-B14F-4D97-AF65-F5344CB8AC3E}">
        <p14:creationId xmlns:p14="http://schemas.microsoft.com/office/powerpoint/2010/main" val="39675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8FC51DF0-E1FA-0308-7ECF-82588FF64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56" y="1247775"/>
            <a:ext cx="8734425" cy="4362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40062-5ECB-B32B-5F66-A2ABDC10A066}"/>
              </a:ext>
            </a:extLst>
          </p:cNvPr>
          <p:cNvSpPr txBox="1"/>
          <p:nvPr/>
        </p:nvSpPr>
        <p:spPr>
          <a:xfrm>
            <a:off x="8622632" y="1374173"/>
            <a:ext cx="3152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Logo to be white &amp; beige combination against green or single </a:t>
            </a:r>
            <a:r>
              <a:rPr lang="en-GB" dirty="0" err="1"/>
              <a:t>color</a:t>
            </a:r>
            <a:r>
              <a:rPr lang="en-GB" dirty="0"/>
              <a:t> (2 options)</a:t>
            </a:r>
          </a:p>
          <a:p>
            <a:endParaRPr lang="en-GB" dirty="0"/>
          </a:p>
          <a:p>
            <a:r>
              <a:rPr lang="en-GB" dirty="0"/>
              <a:t>Remove the tagline</a:t>
            </a:r>
          </a:p>
        </p:txBody>
      </p:sp>
    </p:spTree>
    <p:extLst>
      <p:ext uri="{BB962C8B-B14F-4D97-AF65-F5344CB8AC3E}">
        <p14:creationId xmlns:p14="http://schemas.microsoft.com/office/powerpoint/2010/main" val="263714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5BEE7F-EFA0-0C69-920C-39BEA92C992B}"/>
              </a:ext>
            </a:extLst>
          </p:cNvPr>
          <p:cNvSpPr txBox="1"/>
          <p:nvPr/>
        </p:nvSpPr>
        <p:spPr>
          <a:xfrm>
            <a:off x="8622632" y="1374173"/>
            <a:ext cx="315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Brochure draft</a:t>
            </a:r>
          </a:p>
        </p:txBody>
      </p:sp>
    </p:spTree>
    <p:extLst>
      <p:ext uri="{BB962C8B-B14F-4D97-AF65-F5344CB8AC3E}">
        <p14:creationId xmlns:p14="http://schemas.microsoft.com/office/powerpoint/2010/main" val="278777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A4AF-4D91-5749-5119-976B94D0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D66F9-8357-A3B5-4EAB-9797EA3F3BE2}"/>
              </a:ext>
            </a:extLst>
          </p:cNvPr>
          <p:cNvSpPr txBox="1"/>
          <p:nvPr/>
        </p:nvSpPr>
        <p:spPr>
          <a:xfrm>
            <a:off x="8622632" y="1374173"/>
            <a:ext cx="315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 page flier draft</a:t>
            </a:r>
          </a:p>
        </p:txBody>
      </p:sp>
    </p:spTree>
    <p:extLst>
      <p:ext uri="{BB962C8B-B14F-4D97-AF65-F5344CB8AC3E}">
        <p14:creationId xmlns:p14="http://schemas.microsoft.com/office/powerpoint/2010/main" val="266698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FFDC-2453-3B13-34A0-3DE0E54F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CE1ED-348C-AB6A-4DB9-F47B29BE2E1E}"/>
              </a:ext>
            </a:extLst>
          </p:cNvPr>
          <p:cNvSpPr txBox="1"/>
          <p:nvPr/>
        </p:nvSpPr>
        <p:spPr>
          <a:xfrm>
            <a:off x="8622632" y="1374173"/>
            <a:ext cx="31522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Poster – 3 routes </a:t>
            </a:r>
          </a:p>
          <a:p>
            <a:endParaRPr lang="en-GB" dirty="0"/>
          </a:p>
          <a:p>
            <a:r>
              <a:rPr lang="en-GB" dirty="0"/>
              <a:t>1. Representing the procedure</a:t>
            </a:r>
          </a:p>
          <a:p>
            <a:r>
              <a:rPr lang="en-GB" dirty="0"/>
              <a:t>2. Problem/solution – show a pain and tell service name</a:t>
            </a:r>
          </a:p>
          <a:p>
            <a:r>
              <a:rPr lang="en-GB" dirty="0"/>
              <a:t>3. Happy faces/positive visual story </a:t>
            </a:r>
          </a:p>
        </p:txBody>
      </p:sp>
    </p:spTree>
    <p:extLst>
      <p:ext uri="{BB962C8B-B14F-4D97-AF65-F5344CB8AC3E}">
        <p14:creationId xmlns:p14="http://schemas.microsoft.com/office/powerpoint/2010/main" val="81136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2C58-7134-3570-5EA7-BAA178EC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C2CD2-444F-6BF4-CBF3-03AF3D4D9B38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Tote bag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4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AA372-6A99-E903-1E8E-F91C8C1C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94569-A12D-6A95-0E15-FCF5C9D9E024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Standee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16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7A8D-E320-0ED8-F287-B372FC88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0F36F-5ABE-9624-9712-67F0DC3E61BD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Round seal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939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A466-997B-028D-4F4F-8A464981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79B45-E5A8-D27E-F14E-6A2B1D2D1A1F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Round seal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60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5954-F6B3-BE17-E397-03B954E3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1A0BE1-D0AC-C7C0-DFE7-4ED240B0AADC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Doctor room name plate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3989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FC20-9D28-9CB0-46C7-29FD35E7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5A02B3-9F2A-E3EC-87F7-4B570A3D9451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Treatment Rate card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67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DB8A-C835-6600-DAB9-7D1E9BAB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B702DF-8A78-CD24-DECE-B37C7C6A32DD}"/>
              </a:ext>
            </a:extLst>
          </p:cNvPr>
          <p:cNvSpPr txBox="1"/>
          <p:nvPr/>
        </p:nvSpPr>
        <p:spPr>
          <a:xfrm>
            <a:off x="8622632" y="1374173"/>
            <a:ext cx="315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ONE WAY VISION NRANDING</a:t>
            </a:r>
          </a:p>
          <a:p>
            <a:endParaRPr lang="en-GB" dirty="0"/>
          </a:p>
        </p:txBody>
      </p:sp>
      <p:pic>
        <p:nvPicPr>
          <p:cNvPr id="3" name="Picture 2" descr="A sign on a building&#10;&#10;AI-generated content may be incorrect.">
            <a:extLst>
              <a:ext uri="{FF2B5EF4-FFF2-40B4-BE49-F238E27FC236}">
                <a16:creationId xmlns:a16="http://schemas.microsoft.com/office/drawing/2014/main" id="{868A8DE0-3944-0D48-8A4D-DBBC20EAB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6" y="882315"/>
            <a:ext cx="6331284" cy="47484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16AA8D-E26C-DB24-9F11-2367C9C23E38}"/>
              </a:ext>
            </a:extLst>
          </p:cNvPr>
          <p:cNvSpPr/>
          <p:nvPr/>
        </p:nvSpPr>
        <p:spPr>
          <a:xfrm>
            <a:off x="4198374" y="3834581"/>
            <a:ext cx="2113936" cy="1907458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2751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189</Words>
  <Application>Microsoft Office PowerPoint</Application>
  <PresentationFormat>Widescreen</PresentationFormat>
  <Paragraphs>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AYURHEALTH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Mohammad</dc:creator>
  <cp:lastModifiedBy>Mirza Mohammad</cp:lastModifiedBy>
  <cp:revision>2</cp:revision>
  <dcterms:created xsi:type="dcterms:W3CDTF">2026-03-13T07:12:25Z</dcterms:created>
  <dcterms:modified xsi:type="dcterms:W3CDTF">2026-03-13T07:48:38Z</dcterms:modified>
</cp:coreProperties>
</file>